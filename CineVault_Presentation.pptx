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ium" userId="e737b8b847e19b62" providerId="LiveId" clId="{E361B635-A372-4C15-AAFC-05B72CF06E25}"/>
    <pc:docChg chg="modSld">
      <pc:chgData name="Md Sium" userId="e737b8b847e19b62" providerId="LiveId" clId="{E361B635-A372-4C15-AAFC-05B72CF06E25}" dt="2026-04-22T08:42:30.239" v="32" actId="20577"/>
      <pc:docMkLst>
        <pc:docMk/>
      </pc:docMkLst>
      <pc:sldChg chg="modSp mod">
        <pc:chgData name="Md Sium" userId="e737b8b847e19b62" providerId="LiveId" clId="{E361B635-A372-4C15-AAFC-05B72CF06E25}" dt="2026-04-22T08:42:30.239" v="32" actId="20577"/>
        <pc:sldMkLst>
          <pc:docMk/>
          <pc:sldMk cId="0" sldId="256"/>
        </pc:sldMkLst>
        <pc:spChg chg="mod">
          <ac:chgData name="Md Sium" userId="e737b8b847e19b62" providerId="LiveId" clId="{E361B635-A372-4C15-AAFC-05B72CF06E25}" dt="2026-04-22T08:42:30.239" v="32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71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05840" y="822960"/>
            <a:ext cx="1097280" cy="10972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CineVault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Reservation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54864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|  React · Node.js · MongoDB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Sium  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98072924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E50914">
              <a:alpha val="15000"/>
            </a:srgbClr>
          </a:solidFill>
          <a:ln w="12700">
            <a:solidFill>
              <a:srgbClr val="E5091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80960" y="2286000"/>
            <a:ext cx="1371600" cy="1371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  Long queues at physical box offices
💻  No affordable self-hosted alternative
📱  Poor mobile booking experiences
🔒  No seat-level conflict prevention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CineVault Solves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Browse &amp; book from any device
✅  Self-hostable, no vendor lock-in
✅  Visual seat-map with live status
✅  Server-side conflict prevention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User 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bcryptjs. 7-day tokens. Role-based (user/admin).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Movie Catalogue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 by title, filter by genre. Hero banner.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Movie Detail &amp; Showtimes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Cast, runtime, ratings. Date-grouped screening picker.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Seat Selection &amp;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60-seat SVG map. Conflict check. Unique booking ref (CIN…).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9184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My Bookings &amp; Cancellation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3375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dashboard. Cancel frees seats atomically.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4864" cy="6858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SPA, React Router, Context API for auth state, fast HMR dev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859536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54864" cy="685800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1865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86537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authMiddleware, bcryptjs password hashing, protected routes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87752"/>
            <a:ext cx="859536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587752"/>
            <a:ext cx="54864" cy="685800"/>
          </a:xfrm>
          <a:prstGeom prst="rect">
            <a:avLst/>
          </a:prstGeom>
          <a:solidFill>
            <a:srgbClr val="47A248"/>
          </a:solidFill>
          <a:ln w="12700">
            <a:solidFill>
              <a:srgbClr val="47A2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A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6334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 for nested showtimes/seats; schema-level data validation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55848"/>
            <a:ext cx="859536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3355848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4015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UserProfile, MovieRecord, BookingRecord — relational SQL-ready alternative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23944"/>
            <a:ext cx="859536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54864" cy="685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416966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 auth, 7-day expiry, role field in payload for RBAC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2880" y="1920240"/>
            <a:ext cx="201168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2029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Router ·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920240"/>
            <a:ext cx="201168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063240" y="2029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 · Routes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920240"/>
            <a:ext cx="2011680" cy="1005840"/>
          </a:xfrm>
          <a:prstGeom prst="rect">
            <a:avLst/>
          </a:prstGeom>
          <a:solidFill>
            <a:srgbClr val="2A6034"/>
          </a:solidFill>
          <a:ln w="12700">
            <a:solidFill>
              <a:srgbClr val="2A603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97880" y="2029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3474720"/>
            <a:ext cx="2011680" cy="914400"/>
          </a:xfrm>
          <a:prstGeom prst="rect">
            <a:avLst/>
          </a:prstGeom>
          <a:solidFill>
            <a:srgbClr val="4B3069"/>
          </a:solidFill>
          <a:ln w="12700">
            <a:solidFill>
              <a:srgbClr val="4B30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063240" y="3584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Middleware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(Planned)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2423160"/>
            <a:ext cx="77724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103120" y="2103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JWT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74920" y="2423160"/>
            <a:ext cx="77724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2944368"/>
            <a:ext cx="0" cy="521208"/>
          </a:xfrm>
          <a:prstGeom prst="line">
            <a:avLst/>
          </a:prstGeom>
          <a:noFill/>
          <a:ln w="25400">
            <a:solidFill>
              <a:srgbClr val="4B30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88920" y="3090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3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Hook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searches for movies, the request hits Express → an AI middleware scores and re-ranks results → MongoDB query runs → ranked list returns to React.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828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or authenticate with email &amp; password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3441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1089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Movies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42646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title or filter by genre on the Home page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3441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35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Showtime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142646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film details, select a screening date &amp;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83464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828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Seats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1638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seats on the 60-seat interactive SVG cinema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308152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108960" y="283464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1089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033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31638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seats, generates unique CIN reference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308152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502920" cy="50292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0350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31638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 or cancel — seats freed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43200" cy="47548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 (ObjectId)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2860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(String)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88036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(unique)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347472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(hashed)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40690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(user|admin)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154680" y="1143000"/>
            <a:ext cx="2743200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15468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64408" y="16916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 (ObjectId)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22860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title, genre[], year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88036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duration, rating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347472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cast[], director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40690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showtimes[] → {date,time,hall,bookedSeats[]}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080760" y="1143000"/>
            <a:ext cx="2743200" cy="475488"/>
          </a:xfrm>
          <a:prstGeom prst="rect">
            <a:avLst/>
          </a:prstGeom>
          <a:solidFill>
            <a:srgbClr val="2A6034"/>
          </a:solidFill>
          <a:ln w="12700">
            <a:solidFill>
              <a:srgbClr val="2A603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08076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90488" y="16916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 (ObjectId)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22860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 → User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288036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movieId → Movie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347472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seats[], totalPrice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40690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(confirmed|cancelled)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46634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bookingRef (CIN…)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references User  ·  movieId references Movie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Ethical Considerations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Technical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Seat Conflict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stateless REST architecture, two users can select the same seat between the client check and the server write.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Express re-validates bookedSeats in MongoDB immediately before committing. If a collision is found, a 400 error with the conflicting seat labels is returned — preventing double-booking without requiring WebSockets.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AI Ethics &amp; Safety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hashed user IDs — not names or emails — are passed to future AI models.
</a:t>
            </a: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will be labelled as algorithmically generated.
</a:t>
            </a: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flags log for review — never auto-deny to avoid false positives.
</a:t>
            </a: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details or location data collected, shrinking the AI privacy surface.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50914">
              <a:alpha val="12000"/>
            </a:srgbClr>
          </a:solidFill>
          <a:ln w="12700">
            <a:solidFill>
              <a:srgbClr val="E5091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502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CineVault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Full-stack cinema reservation app — React, Node.js, MongoDB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6 pages: Login, Register, Home, Movie Detail, Seat Selection, My Bookings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JWT auth · real-time seat conflict detection · unique booking references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Django ORM models provided as a relational SQL-ready alternative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integration point designed at the movie-listing and cancellation routes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external paid APIs — fully self-hostable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On-screen Show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CineVault — Movie Reservation System</dc:title>
  <dc:subject>PptxGenJS Presentation</dc:subject>
  <dc:creator>PptxGenJS</dc:creator>
  <cp:lastModifiedBy>Md Sium</cp:lastModifiedBy>
  <cp:revision>1</cp:revision>
  <dcterms:created xsi:type="dcterms:W3CDTF">2026-04-18T08:43:14Z</dcterms:created>
  <dcterms:modified xsi:type="dcterms:W3CDTF">2026-04-22T08:42:33Z</dcterms:modified>
</cp:coreProperties>
</file>